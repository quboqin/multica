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PowerPoint preview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content 中文预览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content 中文预览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